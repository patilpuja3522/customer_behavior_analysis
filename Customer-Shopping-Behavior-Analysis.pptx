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kplkwx2ke3ic6f1/a7c9f08d1ed34cca97ec102597050fe6/file/Customer-Shopping-Behavior-Analysis.pdf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transactions · SQL-driven insights · Power BI validated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90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Dataset: 3,900 Transactions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32149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29207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213915" y="2432149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213915" y="329207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87082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Groups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449564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Demographics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Age, Gender, Location, Subscription Status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Purchase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Item, Category, Amount, Season, Size, Color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Behavior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Discount, Promo, Frequency, Reviews, Shipping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0028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Split: Male Dominance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965053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316041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56909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68% of total revenue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255889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6832" y="445125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Female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85993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32% of total revenue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Clothing Drives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Category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alone accounts for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~$100K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more than Footwear and Outerwear combined.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Accessories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~$75K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a strong secondary revenue driver worth targeted investment.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22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1231671" y="2969419"/>
            <a:ext cx="2324836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80%</a:t>
            </a:r>
            <a:endParaRPr lang="en-US" sz="3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86" y="1788120"/>
            <a:ext cx="2835204" cy="2835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85963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526831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customers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33330" y="2969419"/>
            <a:ext cx="2324836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18%</a:t>
            </a:r>
            <a:endParaRPr lang="en-US" sz="3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245" y="1788120"/>
            <a:ext cx="2835204" cy="28352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135" y="485963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Returning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63135" y="526831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 customers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634990" y="2969419"/>
            <a:ext cx="2324836" cy="47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2%</a:t>
            </a:r>
            <a:endParaRPr lang="en-US" sz="3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905" y="1788120"/>
            <a:ext cx="2835204" cy="28352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794" y="485963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64794" y="5268317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 customers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56682" y="578336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Retention is strong — but new customer acquisition is critically low at just 2%.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0733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Opportunity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594074"/>
            <a:ext cx="2917851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789436"/>
            <a:ext cx="25271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Subscribed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273723"/>
            <a:ext cx="252713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958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customers · 27%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3960515"/>
            <a:ext cx="2917851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8717" y="4155877"/>
            <a:ext cx="25271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 Subscribed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428717" y="4640163"/>
            <a:ext cx="252713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2,518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customers · 73%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18719" y="2570460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Gap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18719" y="3054747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subscribed. Repeat buyers show notably higher subscription rates — a clear conversion lever.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 Dependency Risk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Margin Alert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Hat, Sneakers, and Coat are discounted on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~50%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transactions.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discount dependency signals potential margin erosion and price sensitivity risk.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046141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33288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263430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Rebalancing is urgent — sustained deep discounting trains buyers to wait for sales.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66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7528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2365" y="311070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314017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3548856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exclusive benefits to convert the 73% unsubscribed — target repeat buyers first.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3135" y="307528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025" y="311070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77383" y="3140174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Strengthen Loyalty Programs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977383" y="3844131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of revenue comes from loyal customers — reward and retain them proactively.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64794" y="307528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5684" y="311070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79042" y="314017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 Discounts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679042" y="3548856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discount frequency on Hat, Sneakers, and Coat to protect margins.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Shopping Behavior Analysis.pdf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2026-08-25T11:28:17Z</dcterms:created>
  <dcterms:modified xsi:type="dcterms:W3CDTF">2026-08-25T11:28:17Z</dcterms:modified>
</cp:coreProperties>
</file>